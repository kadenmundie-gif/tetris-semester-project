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Tetris in Python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Architecture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01168" cy="201168"/>
          </a:xfrm>
          <a:prstGeom prst="roundRect">
            <a:avLst>
              <a:gd name="adj" fmla="val 13636"/>
            </a:avLst>
          </a:prstGeom>
          <a:solidFill>
            <a:srgbClr val="00F0F0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1508760"/>
            <a:ext cx="201168" cy="201168"/>
          </a:xfrm>
          <a:prstGeom prst="roundRect">
            <a:avLst>
              <a:gd name="adj" fmla="val 13636"/>
            </a:avLst>
          </a:prstGeom>
          <a:solidFill>
            <a:srgbClr val="F0F000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1508760"/>
            <a:ext cx="201168" cy="201168"/>
          </a:xfrm>
          <a:prstGeom prst="roundRect">
            <a:avLst>
              <a:gd name="adj" fmla="val 13636"/>
            </a:avLst>
          </a:prstGeom>
          <a:solidFill>
            <a:srgbClr val="A000F0"/>
          </a:solidFill>
          <a:ln/>
        </p:spPr>
      </p:sp>
      <p:sp>
        <p:nvSpPr>
          <p:cNvPr id="7" name="Shape 5"/>
          <p:cNvSpPr/>
          <p:nvPr/>
        </p:nvSpPr>
        <p:spPr>
          <a:xfrm>
            <a:off x="1371600" y="1508760"/>
            <a:ext cx="201168" cy="201168"/>
          </a:xfrm>
          <a:prstGeom prst="roundRect">
            <a:avLst>
              <a:gd name="adj" fmla="val 13636"/>
            </a:avLst>
          </a:prstGeom>
          <a:solidFill>
            <a:srgbClr val="00CC44"/>
          </a:solidFill>
          <a:ln/>
        </p:spPr>
      </p:sp>
      <p:sp>
        <p:nvSpPr>
          <p:cNvPr id="8" name="Shape 6"/>
          <p:cNvSpPr/>
          <p:nvPr/>
        </p:nvSpPr>
        <p:spPr>
          <a:xfrm>
            <a:off x="1645920" y="1508760"/>
            <a:ext cx="201168" cy="201168"/>
          </a:xfrm>
          <a:prstGeom prst="roundRect">
            <a:avLst>
              <a:gd name="adj" fmla="val 13636"/>
            </a:avLst>
          </a:prstGeom>
          <a:solidFill>
            <a:srgbClr val="F02020"/>
          </a:solidFill>
          <a:ln/>
        </p:spPr>
      </p:sp>
      <p:sp>
        <p:nvSpPr>
          <p:cNvPr id="9" name="Shape 7"/>
          <p:cNvSpPr/>
          <p:nvPr/>
        </p:nvSpPr>
        <p:spPr>
          <a:xfrm>
            <a:off x="1920240" y="1508760"/>
            <a:ext cx="201168" cy="201168"/>
          </a:xfrm>
          <a:prstGeom prst="roundRect">
            <a:avLst>
              <a:gd name="adj" fmla="val 13636"/>
            </a:avLst>
          </a:prstGeom>
          <a:solidFill>
            <a:srgbClr val="2050F0"/>
          </a:solidFill>
          <a:ln/>
        </p:spPr>
      </p:sp>
      <p:sp>
        <p:nvSpPr>
          <p:cNvPr id="10" name="Shape 8"/>
          <p:cNvSpPr/>
          <p:nvPr/>
        </p:nvSpPr>
        <p:spPr>
          <a:xfrm>
            <a:off x="2194560" y="1508760"/>
            <a:ext cx="201168" cy="201168"/>
          </a:xfrm>
          <a:prstGeom prst="roundRect">
            <a:avLst>
              <a:gd name="adj" fmla="val 13636"/>
            </a:avLst>
          </a:prstGeom>
          <a:solidFill>
            <a:srgbClr val="F0A000"/>
          </a:solidFill>
          <a:ln/>
        </p:spPr>
      </p:sp>
      <p:sp>
        <p:nvSpPr>
          <p:cNvPr id="11" name="Shape 9"/>
          <p:cNvSpPr/>
          <p:nvPr/>
        </p:nvSpPr>
        <p:spPr>
          <a:xfrm>
            <a:off x="1920240" y="2286000"/>
            <a:ext cx="2377440" cy="594360"/>
          </a:xfrm>
          <a:prstGeom prst="roundRect">
            <a:avLst>
              <a:gd name="adj" fmla="val 9231"/>
            </a:avLst>
          </a:prstGeom>
          <a:solidFill>
            <a:srgbClr val="F2F2F2"/>
          </a:solidFill>
          <a:ln/>
        </p:spPr>
      </p:sp>
      <p:sp>
        <p:nvSpPr>
          <p:cNvPr id="12" name="Text 10"/>
          <p:cNvSpPr/>
          <p:nvPr/>
        </p:nvSpPr>
        <p:spPr>
          <a:xfrm>
            <a:off x="1920240" y="22860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GameObject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108960" y="2880360"/>
            <a:ext cx="0" cy="45720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71600" y="3337560"/>
            <a:ext cx="393192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71600" y="3337560"/>
            <a:ext cx="0" cy="32004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03520" y="3337560"/>
            <a:ext cx="0" cy="32004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657600"/>
            <a:ext cx="2377440" cy="594360"/>
          </a:xfrm>
          <a:prstGeom prst="roundRect">
            <a:avLst>
              <a:gd name="adj" fmla="val 9231"/>
            </a:avLst>
          </a:prstGeom>
          <a:solidFill>
            <a:srgbClr val="00F0F0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6576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Tetromino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480560" y="3657600"/>
            <a:ext cx="2377440" cy="594360"/>
          </a:xfrm>
          <a:prstGeom prst="roundRect">
            <a:avLst>
              <a:gd name="adj" fmla="val 9231"/>
            </a:avLst>
          </a:prstGeom>
          <a:solidFill>
            <a:srgbClr val="F0A000"/>
          </a:solidFill>
          <a:ln/>
        </p:spPr>
      </p:sp>
      <p:sp>
        <p:nvSpPr>
          <p:cNvPr id="20" name="Text 18"/>
          <p:cNvSpPr/>
          <p:nvPr/>
        </p:nvSpPr>
        <p:spPr>
          <a:xfrm>
            <a:off x="4480560" y="36576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1325880" y="4754880"/>
            <a:ext cx="2377440" cy="594360"/>
          </a:xfrm>
          <a:prstGeom prst="roundRect">
            <a:avLst>
              <a:gd name="adj" fmla="val 9231"/>
            </a:avLst>
          </a:prstGeom>
          <a:solidFill>
            <a:srgbClr val="A000F0"/>
          </a:solidFill>
          <a:ln/>
        </p:spPr>
      </p:sp>
      <p:sp>
        <p:nvSpPr>
          <p:cNvPr id="22" name="Text 20"/>
          <p:cNvSpPr/>
          <p:nvPr/>
        </p:nvSpPr>
        <p:spPr>
          <a:xfrm>
            <a:off x="1325880" y="475488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25880" y="53949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&amp; runs the loop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737360" y="4251960"/>
            <a:ext cx="777240" cy="50292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14600" y="4251960"/>
            <a:ext cx="315468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0" y="22860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structure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7315200" y="28346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F0F000"/>
          </a:solidFill>
          <a:ln/>
        </p:spPr>
      </p:sp>
      <p:sp>
        <p:nvSpPr>
          <p:cNvPr id="28" name="Text 26"/>
          <p:cNvSpPr/>
          <p:nvPr/>
        </p:nvSpPr>
        <p:spPr>
          <a:xfrm>
            <a:off x="7635240" y="2715768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GameObject  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class defining position + a draw() contract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315200" y="3639312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F0F000"/>
          </a:solidFill>
          <a:ln/>
        </p:spPr>
      </p:sp>
      <p:sp>
        <p:nvSpPr>
          <p:cNvPr id="30" name="Text 28"/>
          <p:cNvSpPr/>
          <p:nvPr/>
        </p:nvSpPr>
        <p:spPr>
          <a:xfrm>
            <a:off x="7635240" y="3520440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Tetromino(GameObject)  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inherits position/draw, adds shape matrix + rotation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7315200" y="4443984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F0F000"/>
          </a:solidFill>
          <a:ln/>
        </p:spPr>
      </p:sp>
      <p:sp>
        <p:nvSpPr>
          <p:cNvPr id="32" name="Text 30"/>
          <p:cNvSpPr/>
          <p:nvPr/>
        </p:nvSpPr>
        <p:spPr>
          <a:xfrm>
            <a:off x="7635240" y="4325112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 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grid state, collisions, line-clear logic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7315200" y="5248656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F0F000"/>
          </a:solidFill>
          <a:ln/>
        </p:spPr>
      </p:sp>
      <p:sp>
        <p:nvSpPr>
          <p:cNvPr id="34" name="Text 32"/>
          <p:cNvSpPr/>
          <p:nvPr/>
        </p:nvSpPr>
        <p:spPr>
          <a:xfrm>
            <a:off x="7635240" y="5129784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 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the loop: input → update → draw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Rotating Pieces Without 28 Hardcoded States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00F0F0"/>
          </a:solidFill>
          <a:ln/>
        </p:spPr>
      </p:sp>
      <p:sp>
        <p:nvSpPr>
          <p:cNvPr id="4" name="Shape 2"/>
          <p:cNvSpPr/>
          <p:nvPr/>
        </p:nvSpPr>
        <p:spPr>
          <a:xfrm>
            <a:off x="795528" y="1051560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F0F000"/>
          </a:solidFill>
          <a:ln/>
        </p:spPr>
      </p:sp>
      <p:sp>
        <p:nvSpPr>
          <p:cNvPr id="5" name="Shape 3"/>
          <p:cNvSpPr/>
          <p:nvPr/>
        </p:nvSpPr>
        <p:spPr>
          <a:xfrm>
            <a:off x="1042416" y="1051560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A000F0"/>
          </a:solidFill>
          <a:ln/>
        </p:spPr>
      </p:sp>
      <p:sp>
        <p:nvSpPr>
          <p:cNvPr id="6" name="Shape 4"/>
          <p:cNvSpPr/>
          <p:nvPr/>
        </p:nvSpPr>
        <p:spPr>
          <a:xfrm>
            <a:off x="1289304" y="1051560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00CC44"/>
          </a:solidFill>
          <a:ln/>
        </p:spPr>
      </p:sp>
      <p:sp>
        <p:nvSpPr>
          <p:cNvPr id="7" name="Shape 5"/>
          <p:cNvSpPr/>
          <p:nvPr/>
        </p:nvSpPr>
        <p:spPr>
          <a:xfrm>
            <a:off x="1536192" y="1051560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F02020"/>
          </a:solidFill>
          <a:ln/>
        </p:spPr>
      </p:sp>
      <p:sp>
        <p:nvSpPr>
          <p:cNvPr id="8" name="Shape 6"/>
          <p:cNvSpPr/>
          <p:nvPr/>
        </p:nvSpPr>
        <p:spPr>
          <a:xfrm>
            <a:off x="1783080" y="1051560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2050F0"/>
          </a:solidFill>
          <a:ln/>
        </p:spPr>
      </p:sp>
      <p:sp>
        <p:nvSpPr>
          <p:cNvPr id="9" name="Shape 7"/>
          <p:cNvSpPr/>
          <p:nvPr/>
        </p:nvSpPr>
        <p:spPr>
          <a:xfrm>
            <a:off x="2029968" y="1051560"/>
            <a:ext cx="182880" cy="182880"/>
          </a:xfrm>
          <a:prstGeom prst="roundRect">
            <a:avLst>
              <a:gd name="adj" fmla="val 15000"/>
            </a:avLst>
          </a:prstGeom>
          <a:solidFill>
            <a:srgbClr val="F0A000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14173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T-piece, matrix form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1828800"/>
            <a:ext cx="356616" cy="356616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15568" y="1828800"/>
            <a:ext cx="356616" cy="356616"/>
          </a:xfrm>
          <a:prstGeom prst="roundRect">
            <a:avLst>
              <a:gd name="adj" fmla="val 5128"/>
            </a:avLst>
          </a:prstGeom>
          <a:solidFill>
            <a:srgbClr val="A000F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499616" y="1828800"/>
            <a:ext cx="356616" cy="356616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883664" y="1828800"/>
            <a:ext cx="356616" cy="356616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2212848"/>
            <a:ext cx="356616" cy="356616"/>
          </a:xfrm>
          <a:prstGeom prst="roundRect">
            <a:avLst>
              <a:gd name="adj" fmla="val 5128"/>
            </a:avLst>
          </a:prstGeom>
          <a:solidFill>
            <a:srgbClr val="A000F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5568" y="2212848"/>
            <a:ext cx="356616" cy="356616"/>
          </a:xfrm>
          <a:prstGeom prst="roundRect">
            <a:avLst>
              <a:gd name="adj" fmla="val 5128"/>
            </a:avLst>
          </a:prstGeom>
          <a:solidFill>
            <a:srgbClr val="A000F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99616" y="2212848"/>
            <a:ext cx="356616" cy="356616"/>
          </a:xfrm>
          <a:prstGeom prst="roundRect">
            <a:avLst>
              <a:gd name="adj" fmla="val 5128"/>
            </a:avLst>
          </a:prstGeom>
          <a:solidFill>
            <a:srgbClr val="A000F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883664" y="2212848"/>
            <a:ext cx="356616" cy="356616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2596896"/>
            <a:ext cx="356616" cy="356616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15568" y="2596896"/>
            <a:ext cx="356616" cy="356616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499616" y="2596896"/>
            <a:ext cx="356616" cy="356616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83664" y="2596896"/>
            <a:ext cx="356616" cy="356616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1520" y="2980944"/>
            <a:ext cx="356616" cy="356616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15568" y="2980944"/>
            <a:ext cx="356616" cy="356616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99616" y="2980944"/>
            <a:ext cx="356616" cy="356616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883664" y="2980944"/>
            <a:ext cx="356616" cy="356616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3410712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rotate()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2496312" y="2366467"/>
            <a:ext cx="502920" cy="320040"/>
          </a:xfrm>
          <a:prstGeom prst="rightArrow">
            <a:avLst/>
          </a:prstGeom>
          <a:solidFill>
            <a:srgbClr val="1E2761"/>
          </a:solidFill>
          <a:ln/>
        </p:spPr>
      </p:sp>
      <p:sp>
        <p:nvSpPr>
          <p:cNvPr id="29" name="Shape 27"/>
          <p:cNvSpPr/>
          <p:nvPr/>
        </p:nvSpPr>
        <p:spPr>
          <a:xfrm>
            <a:off x="3182112" y="1828800"/>
            <a:ext cx="356616" cy="356616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566160" y="1828800"/>
            <a:ext cx="356616" cy="356616"/>
          </a:xfrm>
          <a:prstGeom prst="roundRect">
            <a:avLst>
              <a:gd name="adj" fmla="val 5128"/>
            </a:avLst>
          </a:prstGeom>
          <a:solidFill>
            <a:srgbClr val="A000F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950208" y="1828800"/>
            <a:ext cx="356616" cy="356616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334256" y="1828800"/>
            <a:ext cx="356616" cy="356616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82112" y="2212848"/>
            <a:ext cx="356616" cy="356616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66160" y="2212848"/>
            <a:ext cx="356616" cy="356616"/>
          </a:xfrm>
          <a:prstGeom prst="roundRect">
            <a:avLst>
              <a:gd name="adj" fmla="val 5128"/>
            </a:avLst>
          </a:prstGeom>
          <a:solidFill>
            <a:srgbClr val="A000F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950208" y="2212848"/>
            <a:ext cx="356616" cy="356616"/>
          </a:xfrm>
          <a:prstGeom prst="roundRect">
            <a:avLst>
              <a:gd name="adj" fmla="val 5128"/>
            </a:avLst>
          </a:prstGeom>
          <a:solidFill>
            <a:srgbClr val="A000F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34256" y="2212848"/>
            <a:ext cx="356616" cy="356616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182112" y="2596896"/>
            <a:ext cx="356616" cy="356616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566160" y="2596896"/>
            <a:ext cx="356616" cy="356616"/>
          </a:xfrm>
          <a:prstGeom prst="roundRect">
            <a:avLst>
              <a:gd name="adj" fmla="val 5128"/>
            </a:avLst>
          </a:prstGeom>
          <a:solidFill>
            <a:srgbClr val="A000F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950208" y="2596896"/>
            <a:ext cx="356616" cy="356616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334256" y="2596896"/>
            <a:ext cx="356616" cy="356616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182112" y="2980944"/>
            <a:ext cx="356616" cy="356616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566160" y="2980944"/>
            <a:ext cx="356616" cy="356616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950208" y="2980944"/>
            <a:ext cx="356616" cy="356616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334256" y="2980944"/>
            <a:ext cx="356616" cy="356616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182112" y="3410712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rotate()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7498080" y="1828800"/>
            <a:ext cx="4114800" cy="1554480"/>
          </a:xfrm>
          <a:prstGeom prst="roundRect">
            <a:avLst>
              <a:gd name="adj" fmla="val 3529"/>
            </a:avLst>
          </a:prstGeom>
          <a:solidFill>
            <a:srgbClr val="1E2761"/>
          </a:solidFill>
          <a:ln/>
        </p:spPr>
      </p:sp>
      <p:sp>
        <p:nvSpPr>
          <p:cNvPr id="47" name="Text 45"/>
          <p:cNvSpPr/>
          <p:nvPr/>
        </p:nvSpPr>
        <p:spPr>
          <a:xfrm>
            <a:off x="7680960" y="196596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00F0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rotated(self):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F0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[list(row) for row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F0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in zip(*self.matrix[::-1])]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7498080" y="36118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rotation function — for all 7 pieces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7498080" y="397764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piece is stored as a single 4×4 grid. Reversing the rows then transposing (zip(*matrix[::-1])) rotates it 90° clockwise — no need to hand-write 4 rotation states × 7 pieces.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548640" y="5349240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77240" y="534924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locking in a rotation:  </a:t>
            </a:r>
            <a:pPr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matrix is tested against the board with is_valid_position() — if it collides with a wall or a locked block, the rotation is silently cancelled.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Game Loop &amp; Line Clearing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51560"/>
            <a:ext cx="201168" cy="201168"/>
          </a:xfrm>
          <a:prstGeom prst="roundRect">
            <a:avLst>
              <a:gd name="adj" fmla="val 13636"/>
            </a:avLst>
          </a:prstGeom>
          <a:solidFill>
            <a:srgbClr val="00F0F0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051560"/>
            <a:ext cx="201168" cy="201168"/>
          </a:xfrm>
          <a:prstGeom prst="roundRect">
            <a:avLst>
              <a:gd name="adj" fmla="val 13636"/>
            </a:avLst>
          </a:prstGeom>
          <a:solidFill>
            <a:srgbClr val="F0F000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" y="1051560"/>
            <a:ext cx="201168" cy="201168"/>
          </a:xfrm>
          <a:prstGeom prst="roundRect">
            <a:avLst>
              <a:gd name="adj" fmla="val 13636"/>
            </a:avLst>
          </a:prstGeom>
          <a:solidFill>
            <a:srgbClr val="A000F0"/>
          </a:solidFill>
          <a:ln/>
        </p:spPr>
      </p:sp>
      <p:sp>
        <p:nvSpPr>
          <p:cNvPr id="6" name="Shape 4"/>
          <p:cNvSpPr/>
          <p:nvPr/>
        </p:nvSpPr>
        <p:spPr>
          <a:xfrm>
            <a:off x="1371600" y="1051560"/>
            <a:ext cx="201168" cy="201168"/>
          </a:xfrm>
          <a:prstGeom prst="roundRect">
            <a:avLst>
              <a:gd name="adj" fmla="val 13636"/>
            </a:avLst>
          </a:prstGeom>
          <a:solidFill>
            <a:srgbClr val="00CC44"/>
          </a:solidFill>
          <a:ln/>
        </p:spPr>
      </p:sp>
      <p:sp>
        <p:nvSpPr>
          <p:cNvPr id="7" name="Shape 5"/>
          <p:cNvSpPr/>
          <p:nvPr/>
        </p:nvSpPr>
        <p:spPr>
          <a:xfrm>
            <a:off x="1645920" y="1051560"/>
            <a:ext cx="201168" cy="201168"/>
          </a:xfrm>
          <a:prstGeom prst="roundRect">
            <a:avLst>
              <a:gd name="adj" fmla="val 13636"/>
            </a:avLst>
          </a:prstGeom>
          <a:solidFill>
            <a:srgbClr val="F02020"/>
          </a:solidFill>
          <a:ln/>
        </p:spPr>
      </p:sp>
      <p:sp>
        <p:nvSpPr>
          <p:cNvPr id="8" name="Shape 6"/>
          <p:cNvSpPr/>
          <p:nvPr/>
        </p:nvSpPr>
        <p:spPr>
          <a:xfrm>
            <a:off x="1920240" y="1051560"/>
            <a:ext cx="201168" cy="201168"/>
          </a:xfrm>
          <a:prstGeom prst="roundRect">
            <a:avLst>
              <a:gd name="adj" fmla="val 13636"/>
            </a:avLst>
          </a:prstGeom>
          <a:solidFill>
            <a:srgbClr val="2050F0"/>
          </a:solidFill>
          <a:ln/>
        </p:spPr>
      </p:sp>
      <p:sp>
        <p:nvSpPr>
          <p:cNvPr id="9" name="Shape 7"/>
          <p:cNvSpPr/>
          <p:nvPr/>
        </p:nvSpPr>
        <p:spPr>
          <a:xfrm>
            <a:off x="2194560" y="1051560"/>
            <a:ext cx="201168" cy="201168"/>
          </a:xfrm>
          <a:prstGeom prst="roundRect">
            <a:avLst>
              <a:gd name="adj" fmla="val 13636"/>
            </a:avLst>
          </a:prstGeom>
          <a:solidFill>
            <a:srgbClr val="F0A000"/>
          </a:solidFill>
          <a:ln/>
        </p:spPr>
      </p:sp>
      <p:sp>
        <p:nvSpPr>
          <p:cNvPr id="10" name="Shape 8"/>
          <p:cNvSpPr/>
          <p:nvPr/>
        </p:nvSpPr>
        <p:spPr>
          <a:xfrm>
            <a:off x="1463040" y="2468880"/>
            <a:ext cx="2743200" cy="1051560"/>
          </a:xfrm>
          <a:prstGeom prst="roundRect">
            <a:avLst>
              <a:gd name="adj" fmla="val 6957"/>
            </a:avLst>
          </a:prstGeom>
          <a:solidFill>
            <a:srgbClr val="00F0F0"/>
          </a:solidFill>
          <a:ln/>
        </p:spPr>
      </p:sp>
      <p:sp>
        <p:nvSpPr>
          <p:cNvPr id="11" name="Text 9"/>
          <p:cNvSpPr/>
          <p:nvPr/>
        </p:nvSpPr>
        <p:spPr>
          <a:xfrm>
            <a:off x="1463040" y="257860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600200" y="29992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arrow keys, space, esc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937760" y="2468880"/>
            <a:ext cx="2743200" cy="1051560"/>
          </a:xfrm>
          <a:prstGeom prst="roundRect">
            <a:avLst>
              <a:gd name="adj" fmla="val 6957"/>
            </a:avLst>
          </a:prstGeom>
          <a:solidFill>
            <a:srgbClr val="F0F000"/>
          </a:solidFill>
          <a:ln/>
        </p:spPr>
      </p:sp>
      <p:sp>
        <p:nvSpPr>
          <p:cNvPr id="14" name="Text 12"/>
          <p:cNvSpPr/>
          <p:nvPr/>
        </p:nvSpPr>
        <p:spPr>
          <a:xfrm>
            <a:off x="4937760" y="257860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074920" y="29992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gravity tick, locking, line clears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412480" y="2468880"/>
            <a:ext cx="2743200" cy="1051560"/>
          </a:xfrm>
          <a:prstGeom prst="roundRect">
            <a:avLst>
              <a:gd name="adj" fmla="val 6957"/>
            </a:avLst>
          </a:prstGeom>
          <a:solidFill>
            <a:srgbClr val="F0A000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257860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549640" y="29992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+ falling piece + score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343400" y="2857500"/>
            <a:ext cx="457200" cy="274320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20" name="Shape 18"/>
          <p:cNvSpPr/>
          <p:nvPr/>
        </p:nvSpPr>
        <p:spPr>
          <a:xfrm>
            <a:off x="7818120" y="2857500"/>
            <a:ext cx="457200" cy="274320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21" name="Text 19"/>
          <p:cNvSpPr/>
          <p:nvPr/>
        </p:nvSpPr>
        <p:spPr>
          <a:xfrm>
            <a:off x="1463040" y="379476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FPS — clock.tick(60) drives one cycle per frame, looping back to Input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434840"/>
            <a:ext cx="5212080" cy="1737360"/>
          </a:xfrm>
          <a:prstGeom prst="roundRect">
            <a:avLst>
              <a:gd name="adj" fmla="val 4211"/>
            </a:avLst>
          </a:prstGeom>
          <a:solidFill>
            <a:srgbClr val="F2F2F2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457200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22960" y="489204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← / →   move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  soft drop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↑   rotate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B1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SPACE   hard drop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035040" y="4434840"/>
            <a:ext cx="5394960" cy="1737360"/>
          </a:xfrm>
          <a:prstGeom prst="roundRect">
            <a:avLst>
              <a:gd name="adj" fmla="val 4211"/>
            </a:avLst>
          </a:prstGeom>
          <a:solidFill>
            <a:srgbClr val="141B45"/>
          </a:solidFill>
          <a:ln/>
        </p:spPr>
      </p:sp>
      <p:sp>
        <p:nvSpPr>
          <p:cNvPr id="26" name="Text 24"/>
          <p:cNvSpPr/>
          <p:nvPr/>
        </p:nvSpPr>
        <p:spPr>
          <a:xfrm>
            <a:off x="6309360" y="45720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Clearing a Line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309360" y="4919472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F0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remaining = [row for row in grid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00F0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if any(c is None for c in row)]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00F0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cleared = height - len(remaining)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2026-08-03T17:40:34Z</dcterms:created>
  <dcterms:modified xsi:type="dcterms:W3CDTF">2026-08-03T17:40:34Z</dcterms:modified>
</cp:coreProperties>
</file>