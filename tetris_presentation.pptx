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Tetris in Python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Architecture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0F0F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5087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0F000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5087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A000F0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5087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0CC44"/>
          </a:solidFill>
          <a:ln/>
        </p:spPr>
      </p:sp>
      <p:sp>
        <p:nvSpPr>
          <p:cNvPr id="8" name="Shape 6"/>
          <p:cNvSpPr/>
          <p:nvPr/>
        </p:nvSpPr>
        <p:spPr>
          <a:xfrm>
            <a:off x="1645920" y="15087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02020"/>
          </a:solidFill>
          <a:ln/>
        </p:spPr>
      </p:sp>
      <p:sp>
        <p:nvSpPr>
          <p:cNvPr id="9" name="Shape 7"/>
          <p:cNvSpPr/>
          <p:nvPr/>
        </p:nvSpPr>
        <p:spPr>
          <a:xfrm>
            <a:off x="1920240" y="15087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2050F0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15087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0A000"/>
          </a:solidFill>
          <a:ln/>
        </p:spPr>
      </p:sp>
      <p:sp>
        <p:nvSpPr>
          <p:cNvPr id="11" name="Shape 9"/>
          <p:cNvSpPr/>
          <p:nvPr/>
        </p:nvSpPr>
        <p:spPr>
          <a:xfrm>
            <a:off x="1920240" y="2286000"/>
            <a:ext cx="2377440" cy="594360"/>
          </a:xfrm>
          <a:prstGeom prst="roundRect">
            <a:avLst>
              <a:gd name="adj" fmla="val 9231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1920240" y="2286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GameObject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108960" y="2880360"/>
            <a:ext cx="0" cy="45720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3337560"/>
            <a:ext cx="39319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3337560"/>
            <a:ext cx="0" cy="32004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3337560"/>
            <a:ext cx="0" cy="32004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657600"/>
            <a:ext cx="2377440" cy="594360"/>
          </a:xfrm>
          <a:prstGeom prst="roundRect">
            <a:avLst>
              <a:gd name="adj" fmla="val 9231"/>
            </a:avLst>
          </a:prstGeom>
          <a:solidFill>
            <a:srgbClr val="00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657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Tetromino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480560" y="3657600"/>
            <a:ext cx="2377440" cy="594360"/>
          </a:xfrm>
          <a:prstGeom prst="roundRect">
            <a:avLst>
              <a:gd name="adj" fmla="val 9231"/>
            </a:avLst>
          </a:prstGeom>
          <a:solidFill>
            <a:srgbClr val="F0A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3657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325880" y="4754880"/>
            <a:ext cx="2377440" cy="594360"/>
          </a:xfrm>
          <a:prstGeom prst="roundRect">
            <a:avLst>
              <a:gd name="adj" fmla="val 9231"/>
            </a:avLst>
          </a:prstGeom>
          <a:solidFill>
            <a:srgbClr val="A000F0"/>
          </a:solidFill>
          <a:ln/>
        </p:spPr>
      </p:sp>
      <p:sp>
        <p:nvSpPr>
          <p:cNvPr id="22" name="Text 20"/>
          <p:cNvSpPr/>
          <p:nvPr/>
        </p:nvSpPr>
        <p:spPr>
          <a:xfrm>
            <a:off x="1325880" y="4754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5394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&amp; runs the loop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737360" y="4251960"/>
            <a:ext cx="777240" cy="5029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14600" y="4251960"/>
            <a:ext cx="3154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2286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structure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315200" y="283464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0F000"/>
          </a:solidFill>
          <a:ln/>
        </p:spPr>
      </p:sp>
      <p:sp>
        <p:nvSpPr>
          <p:cNvPr id="28" name="Text 26"/>
          <p:cNvSpPr/>
          <p:nvPr/>
        </p:nvSpPr>
        <p:spPr>
          <a:xfrm>
            <a:off x="7635240" y="271576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GameObject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class defining position + a draw() contract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15200" y="349300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0F000"/>
          </a:solidFill>
          <a:ln/>
        </p:spPr>
      </p:sp>
      <p:sp>
        <p:nvSpPr>
          <p:cNvPr id="30" name="Text 28"/>
          <p:cNvSpPr/>
          <p:nvPr/>
        </p:nvSpPr>
        <p:spPr>
          <a:xfrm>
            <a:off x="7635240" y="3374136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Tetromino(GameObject)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 position/draw, adds shape matrix + rotation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15200" y="4151376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0F000"/>
          </a:solidFill>
          <a:ln/>
        </p:spPr>
      </p:sp>
      <p:sp>
        <p:nvSpPr>
          <p:cNvPr id="32" name="Text 30"/>
          <p:cNvSpPr/>
          <p:nvPr/>
        </p:nvSpPr>
        <p:spPr>
          <a:xfrm>
            <a:off x="7635240" y="4032504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grid state, collisions, line-clear logic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315200" y="4809744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0F000"/>
          </a:solidFill>
          <a:ln/>
        </p:spPr>
      </p:sp>
      <p:sp>
        <p:nvSpPr>
          <p:cNvPr id="34" name="Text 32"/>
          <p:cNvSpPr/>
          <p:nvPr/>
        </p:nvSpPr>
        <p:spPr>
          <a:xfrm>
            <a:off x="7635240" y="469087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loop: input → update → draw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315200" y="555955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Satisfies the project spec: at least one class, with real inheritance (Tetromino → GameObject).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Rotating Pieces Without 28 Hardcoded States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0F0F0"/>
          </a:solidFill>
          <a:ln/>
        </p:spPr>
      </p:sp>
      <p:sp>
        <p:nvSpPr>
          <p:cNvPr id="4" name="Shape 2"/>
          <p:cNvSpPr/>
          <p:nvPr/>
        </p:nvSpPr>
        <p:spPr>
          <a:xfrm>
            <a:off x="795528" y="10515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0F000"/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" y="10515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A000F0"/>
          </a:solidFill>
          <a:ln/>
        </p:spPr>
      </p:sp>
      <p:sp>
        <p:nvSpPr>
          <p:cNvPr id="6" name="Shape 4"/>
          <p:cNvSpPr/>
          <p:nvPr/>
        </p:nvSpPr>
        <p:spPr>
          <a:xfrm>
            <a:off x="1289304" y="10515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0CC44"/>
          </a:solidFill>
          <a:ln/>
        </p:spPr>
      </p:sp>
      <p:sp>
        <p:nvSpPr>
          <p:cNvPr id="7" name="Shape 5"/>
          <p:cNvSpPr/>
          <p:nvPr/>
        </p:nvSpPr>
        <p:spPr>
          <a:xfrm>
            <a:off x="1536192" y="10515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02020"/>
          </a:solidFill>
          <a:ln/>
        </p:spPr>
      </p:sp>
      <p:sp>
        <p:nvSpPr>
          <p:cNvPr id="8" name="Shape 6"/>
          <p:cNvSpPr/>
          <p:nvPr/>
        </p:nvSpPr>
        <p:spPr>
          <a:xfrm>
            <a:off x="1783080" y="10515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050F0"/>
          </a:solidFill>
          <a:ln/>
        </p:spPr>
      </p:sp>
      <p:sp>
        <p:nvSpPr>
          <p:cNvPr id="9" name="Shape 7"/>
          <p:cNvSpPr/>
          <p:nvPr/>
        </p:nvSpPr>
        <p:spPr>
          <a:xfrm>
            <a:off x="2029968" y="10515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0A00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417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T-piece, matrix form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1828800"/>
            <a:ext cx="356616" cy="35661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" y="1828800"/>
            <a:ext cx="356616" cy="356616"/>
          </a:xfrm>
          <a:prstGeom prst="roundRect">
            <a:avLst>
              <a:gd name="adj" fmla="val 5128"/>
            </a:avLst>
          </a:prstGeom>
          <a:solidFill>
            <a:srgbClr val="A000F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99616" y="1828800"/>
            <a:ext cx="356616" cy="35661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83664" y="1828800"/>
            <a:ext cx="356616" cy="35661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212848"/>
            <a:ext cx="356616" cy="356616"/>
          </a:xfrm>
          <a:prstGeom prst="roundRect">
            <a:avLst>
              <a:gd name="adj" fmla="val 5128"/>
            </a:avLst>
          </a:prstGeom>
          <a:solidFill>
            <a:srgbClr val="A000F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5568" y="2212848"/>
            <a:ext cx="356616" cy="356616"/>
          </a:xfrm>
          <a:prstGeom prst="roundRect">
            <a:avLst>
              <a:gd name="adj" fmla="val 5128"/>
            </a:avLst>
          </a:prstGeom>
          <a:solidFill>
            <a:srgbClr val="A000F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99616" y="2212848"/>
            <a:ext cx="356616" cy="356616"/>
          </a:xfrm>
          <a:prstGeom prst="roundRect">
            <a:avLst>
              <a:gd name="adj" fmla="val 5128"/>
            </a:avLst>
          </a:prstGeom>
          <a:solidFill>
            <a:srgbClr val="A000F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83664" y="2212848"/>
            <a:ext cx="356616" cy="35661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2596896"/>
            <a:ext cx="356616" cy="35661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5568" y="2596896"/>
            <a:ext cx="356616" cy="35661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99616" y="2596896"/>
            <a:ext cx="356616" cy="35661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83664" y="2596896"/>
            <a:ext cx="356616" cy="35661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2980944"/>
            <a:ext cx="356616" cy="35661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15568" y="2980944"/>
            <a:ext cx="356616" cy="35661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99616" y="2980944"/>
            <a:ext cx="356616" cy="35661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83664" y="2980944"/>
            <a:ext cx="356616" cy="35661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41071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rotate()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96312" y="2366467"/>
            <a:ext cx="502920" cy="32004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29" name="Shape 27"/>
          <p:cNvSpPr/>
          <p:nvPr/>
        </p:nvSpPr>
        <p:spPr>
          <a:xfrm>
            <a:off x="3182112" y="1828800"/>
            <a:ext cx="356616" cy="35661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66160" y="1828800"/>
            <a:ext cx="356616" cy="356616"/>
          </a:xfrm>
          <a:prstGeom prst="roundRect">
            <a:avLst>
              <a:gd name="adj" fmla="val 5128"/>
            </a:avLst>
          </a:prstGeom>
          <a:solidFill>
            <a:srgbClr val="A000F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50208" y="1828800"/>
            <a:ext cx="356616" cy="35661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34256" y="1828800"/>
            <a:ext cx="356616" cy="35661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82112" y="2212848"/>
            <a:ext cx="356616" cy="35661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66160" y="2212848"/>
            <a:ext cx="356616" cy="356616"/>
          </a:xfrm>
          <a:prstGeom prst="roundRect">
            <a:avLst>
              <a:gd name="adj" fmla="val 5128"/>
            </a:avLst>
          </a:prstGeom>
          <a:solidFill>
            <a:srgbClr val="A000F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50208" y="2212848"/>
            <a:ext cx="356616" cy="356616"/>
          </a:xfrm>
          <a:prstGeom prst="roundRect">
            <a:avLst>
              <a:gd name="adj" fmla="val 5128"/>
            </a:avLst>
          </a:prstGeom>
          <a:solidFill>
            <a:srgbClr val="A000F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34256" y="2212848"/>
            <a:ext cx="356616" cy="35661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82112" y="2596896"/>
            <a:ext cx="356616" cy="35661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66160" y="2596896"/>
            <a:ext cx="356616" cy="356616"/>
          </a:xfrm>
          <a:prstGeom prst="roundRect">
            <a:avLst>
              <a:gd name="adj" fmla="val 5128"/>
            </a:avLst>
          </a:prstGeom>
          <a:solidFill>
            <a:srgbClr val="A000F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50208" y="2596896"/>
            <a:ext cx="356616" cy="35661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34256" y="2596896"/>
            <a:ext cx="356616" cy="35661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82112" y="2980944"/>
            <a:ext cx="356616" cy="35661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66160" y="2980944"/>
            <a:ext cx="356616" cy="35661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50208" y="2980944"/>
            <a:ext cx="356616" cy="35661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34256" y="2980944"/>
            <a:ext cx="356616" cy="35661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82112" y="341071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rotate()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98080" y="182880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/>
        </p:spPr>
      </p:sp>
      <p:sp>
        <p:nvSpPr>
          <p:cNvPr id="47" name="Text 45"/>
          <p:cNvSpPr/>
          <p:nvPr/>
        </p:nvSpPr>
        <p:spPr>
          <a:xfrm>
            <a:off x="7680960" y="196596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rotated(self):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[list(row) for row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 zip(*self.matrix[::-1])]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498080" y="3611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rotation function — for all 7 pieces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498080" y="39776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piece is stored as a single 4×4 grid. Reversing the rows then transposing (zip(*matrix[::-1])) rotates it 90° clockwise — no need to hand-write 4 rotation states × 7 pieces.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48640" y="534924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7240" y="53492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locking in a rotation:  </a:t>
            </a:r>
            <a:pPr indent="0" marL="0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matrix is tested against the board with is_valid_position() — if it collides with a wall or a locked block, the rotation is silently cancelled.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Loop &amp; Live Demo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0F0F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515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0F000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10515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A000F0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0515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0CC44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0" y="10515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02020"/>
          </a:solidFill>
          <a:ln/>
        </p:spPr>
      </p:sp>
      <p:sp>
        <p:nvSpPr>
          <p:cNvPr id="8" name="Shape 6"/>
          <p:cNvSpPr/>
          <p:nvPr/>
        </p:nvSpPr>
        <p:spPr>
          <a:xfrm>
            <a:off x="1920240" y="10515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2050F0"/>
          </a:solidFill>
          <a:ln/>
        </p:spPr>
      </p:sp>
      <p:sp>
        <p:nvSpPr>
          <p:cNvPr id="9" name="Shape 7"/>
          <p:cNvSpPr/>
          <p:nvPr/>
        </p:nvSpPr>
        <p:spPr>
          <a:xfrm>
            <a:off x="2194560" y="10515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0A000"/>
          </a:solidFill>
          <a:ln/>
        </p:spPr>
      </p:sp>
      <p:sp>
        <p:nvSpPr>
          <p:cNvPr id="10" name="Shape 8"/>
          <p:cNvSpPr/>
          <p:nvPr/>
        </p:nvSpPr>
        <p:spPr>
          <a:xfrm>
            <a:off x="1463040" y="246888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00F0F0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25786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29992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keys, space, esc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246888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0F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5786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74920" y="29992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tick, locking, line clears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12480" y="246888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0A000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5786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49640" y="29992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+ falling piece + score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43400" y="2857500"/>
            <a:ext cx="457200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818120" y="2857500"/>
            <a:ext cx="457200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1463040" y="37947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FPS — clock.tick(60) drives one cycle per frame, looping back to Input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2F2F2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5720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" y="48920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/ →   move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  soft drop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   rotate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   hard drop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35040" y="44348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00CC44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4572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09360" y="493776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tetris.py — move, rotate, clear a line, and trigger game over to show the full loop end-to-end.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2026-08-03T09:04:50Z</dcterms:created>
  <dcterms:modified xsi:type="dcterms:W3CDTF">2026-08-03T09:04:50Z</dcterms:modified>
</cp:coreProperties>
</file>